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7" r:id="rId8"/>
    <p:sldId id="266" r:id="rId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96" d="100"/>
          <a:sy n="96" d="100"/>
        </p:scale>
        <p:origin x="1066" y="77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viewProps" Target="viewProps.xml"/><Relationship Id="rId5" Type="http://schemas.openxmlformats.org/officeDocument/2006/relationships/slide" Target="slides/slide4.xml"/><Relationship Id="rId10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18-Jun-26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70344" y="1907994"/>
            <a:ext cx="8603312" cy="1521006"/>
          </a:xfrm>
        </p:spPr>
        <p:txBody>
          <a:bodyPr>
            <a:normAutofit fontScale="90000"/>
          </a:bodyPr>
          <a:lstStyle/>
          <a:p>
            <a:r>
              <a:rPr sz="5400" b="1" i="1" dirty="0">
                <a:solidFill>
                  <a:srgbClr val="FFFFFF"/>
                </a:solidFill>
              </a:rPr>
              <a:t>Swiggy vs Zomato Data Analysis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3959750"/>
            <a:ext cx="8229600" cy="2166413"/>
          </a:xfrm>
        </p:spPr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Using Excel &amp; Power BI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Rows 2500</a:t>
            </a:r>
          </a:p>
          <a:p>
            <a:r>
              <a:rPr lang="en-US" dirty="0">
                <a:solidFill>
                  <a:srgbClr val="FFFFFF"/>
                </a:solidFill>
              </a:rPr>
              <a:t>Columns 14</a:t>
            </a:r>
          </a:p>
          <a:p>
            <a:endParaRPr dirty="0">
              <a:solidFill>
                <a:srgbClr val="FFFFFF"/>
              </a:solidFill>
            </a:endParaRPr>
          </a:p>
          <a:p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Compare</a:t>
            </a:r>
            <a:r>
              <a:rPr dirty="0">
                <a:solidFill>
                  <a:srgbClr val="FFFFFF"/>
                </a:solidFill>
              </a:rPr>
              <a:t> performance</a:t>
            </a:r>
          </a:p>
          <a:p>
            <a:r>
              <a:rPr dirty="0">
                <a:solidFill>
                  <a:srgbClr val="FFFFFF"/>
                </a:solidFill>
              </a:rPr>
              <a:t>Analyze ratings, revenue, delivery</a:t>
            </a:r>
          </a:p>
          <a:p>
            <a:r>
              <a:rPr dirty="0">
                <a:solidFill>
                  <a:srgbClr val="FFFFFF"/>
                </a:solidFill>
              </a:rPr>
              <a:t>Find best platform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Dataset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Restaurant data</a:t>
            </a:r>
          </a:p>
          <a:p>
            <a:r>
              <a:rPr dirty="0">
                <a:solidFill>
                  <a:srgbClr val="FFFFFF"/>
                </a:solidFill>
              </a:rPr>
              <a:t>City, cuisine, ratings</a:t>
            </a:r>
          </a:p>
          <a:p>
            <a:r>
              <a:rPr dirty="0">
                <a:solidFill>
                  <a:srgbClr val="FFFFFF"/>
                </a:solidFill>
              </a:rPr>
              <a:t>Revenue &amp; profit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>
                <a:solidFill>
                  <a:srgbClr val="FFFFFF"/>
                </a:solidFill>
              </a:rP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Excel: </a:t>
            </a:r>
            <a:r>
              <a:rPr lang="en-US" dirty="0">
                <a:solidFill>
                  <a:srgbClr val="FFFFFF"/>
                </a:solidFill>
              </a:rPr>
              <a:t> For </a:t>
            </a:r>
            <a:r>
              <a:rPr dirty="0">
                <a:solidFill>
                  <a:srgbClr val="FFFFFF"/>
                </a:solidFill>
              </a:rPr>
              <a:t>Cleaning</a:t>
            </a:r>
          </a:p>
          <a:p>
            <a:r>
              <a:rPr dirty="0">
                <a:solidFill>
                  <a:srgbClr val="FFFFFF"/>
                </a:solidFill>
              </a:rPr>
              <a:t>Power BI: </a:t>
            </a:r>
            <a:r>
              <a:rPr lang="en-US" dirty="0">
                <a:solidFill>
                  <a:srgbClr val="FFFFFF"/>
                </a:solidFill>
              </a:rPr>
              <a:t> For Dax Measures &amp; </a:t>
            </a:r>
            <a:r>
              <a:rPr dirty="0">
                <a:solidFill>
                  <a:srgbClr val="FFFFFF"/>
                </a:solidFill>
              </a:rPr>
              <a:t>Dashboard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Data Preparation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dirty="0">
                <a:solidFill>
                  <a:srgbClr val="FFFFFF"/>
                </a:solidFill>
              </a:rPr>
              <a:t>Rating Difference</a:t>
            </a:r>
          </a:p>
          <a:p>
            <a:r>
              <a:rPr dirty="0">
                <a:solidFill>
                  <a:srgbClr val="FFFFFF"/>
                </a:solidFill>
              </a:rPr>
              <a:t>Revenue Difference</a:t>
            </a:r>
          </a:p>
          <a:p>
            <a:r>
              <a:rPr dirty="0">
                <a:solidFill>
                  <a:srgbClr val="FFFFFF"/>
                </a:solidFill>
              </a:rPr>
              <a:t>Profit Margin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Delivery Time Comparison</a:t>
            </a:r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>
                <a:solidFill>
                  <a:srgbClr val="FFFFFF"/>
                </a:solidFill>
              </a:rPr>
              <a:t>Dashboard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Total 3 Sheets</a:t>
            </a:r>
          </a:p>
          <a:p>
            <a:r>
              <a:rPr dirty="0">
                <a:solidFill>
                  <a:srgbClr val="FFFFFF"/>
                </a:solidFill>
              </a:rPr>
              <a:t>Total Revenue</a:t>
            </a:r>
          </a:p>
          <a:p>
            <a:r>
              <a:rPr dirty="0">
                <a:solidFill>
                  <a:srgbClr val="FFFFFF"/>
                </a:solidFill>
              </a:rPr>
              <a:t>Total Orders</a:t>
            </a:r>
          </a:p>
          <a:p>
            <a:r>
              <a:rPr dirty="0">
                <a:solidFill>
                  <a:srgbClr val="FFFFFF"/>
                </a:solidFill>
              </a:rPr>
              <a:t>Avg Rating</a:t>
            </a:r>
            <a:endParaRPr lang="en-US" dirty="0">
              <a:solidFill>
                <a:srgbClr val="FFFFFF"/>
              </a:solidFill>
            </a:endParaRPr>
          </a:p>
          <a:p>
            <a:r>
              <a:rPr lang="en-US" dirty="0">
                <a:solidFill>
                  <a:srgbClr val="FFFFFF"/>
                </a:solidFill>
              </a:rPr>
              <a:t>Ratings impact revenue</a:t>
            </a:r>
          </a:p>
          <a:p>
            <a:r>
              <a:rPr lang="en-US" dirty="0">
                <a:solidFill>
                  <a:srgbClr val="FFFFFF"/>
                </a:solidFill>
              </a:rPr>
              <a:t>Line - Distance affects delivery</a:t>
            </a:r>
          </a:p>
          <a:p>
            <a:r>
              <a:rPr lang="en-US" dirty="0">
                <a:solidFill>
                  <a:srgbClr val="FFFFFF"/>
                </a:solidFill>
              </a:rPr>
              <a:t>Map- Total orders by City</a:t>
            </a:r>
          </a:p>
          <a:p>
            <a:endParaRPr lang="en-US" dirty="0">
              <a:solidFill>
                <a:srgbClr val="FFFFFF"/>
              </a:solidFill>
            </a:endParaRPr>
          </a:p>
          <a:p>
            <a:endParaRPr dirty="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28DF31-6A7E-6ACF-787C-3386A89211E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73BB994-5B59-3722-2D07-3DF45BA6CC9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>
                <a:solidFill>
                  <a:srgbClr val="FFFFFF"/>
                </a:solidFill>
              </a:rPr>
              <a:t>Conclusion</a:t>
            </a:r>
            <a:endParaRPr dirty="0">
              <a:solidFill>
                <a:srgbClr val="FFFFFF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CC06F0-E21B-7508-5B5C-4E021D05E75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>
                <a:solidFill>
                  <a:srgbClr val="FFFFFF"/>
                </a:solidFill>
              </a:rPr>
              <a:t>Data-driven analysis shows clear differences in delivery time, pricing, and ratings between platforms</a:t>
            </a:r>
          </a:p>
          <a:p>
            <a:r>
              <a:rPr lang="en-US" dirty="0">
                <a:solidFill>
                  <a:srgbClr val="FFFFFF"/>
                </a:solidFill>
              </a:rPr>
              <a:t>Zomato performs better in ratings, while Swiggy is faster in delivery</a:t>
            </a:r>
          </a:p>
          <a:p>
            <a:r>
              <a:rPr lang="en-US" dirty="0">
                <a:solidFill>
                  <a:srgbClr val="FFFFFF"/>
                </a:solidFill>
              </a:rPr>
              <a:t>Customer preference varies by city and cuisine type</a:t>
            </a:r>
          </a:p>
          <a:p>
            <a:r>
              <a:rPr lang="en-US" dirty="0">
                <a:solidFill>
                  <a:srgbClr val="FFFFFF"/>
                </a:solidFill>
              </a:rPr>
              <a:t>Businesses can use these insights to optimize pricing, improve delivery speed, and increase customer satisfaction</a:t>
            </a:r>
          </a:p>
        </p:txBody>
      </p:sp>
    </p:spTree>
    <p:extLst>
      <p:ext uri="{BB962C8B-B14F-4D97-AF65-F5344CB8AC3E}">
        <p14:creationId xmlns:p14="http://schemas.microsoft.com/office/powerpoint/2010/main" val="92318808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4DC781B1-5AB6-ACDB-48B9-12A4BC102539}"/>
              </a:ext>
            </a:extLst>
          </p:cNvPr>
          <p:cNvSpPr txBox="1"/>
          <p:nvPr/>
        </p:nvSpPr>
        <p:spPr>
          <a:xfrm>
            <a:off x="2286000" y="2425380"/>
            <a:ext cx="457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6000" dirty="0">
                <a:solidFill>
                  <a:srgbClr val="FFFFFF"/>
                </a:solidFill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331976539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132</TotalTime>
  <Words>142</Words>
  <Application>Microsoft Office PowerPoint</Application>
  <PresentationFormat>On-screen Show (4:3)</PresentationFormat>
  <Paragraphs>39</Paragraphs>
  <Slides>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Swiggy vs Zomato Data Analysis</vt:lpstr>
      <vt:lpstr>Objective</vt:lpstr>
      <vt:lpstr>Dataset Overview</vt:lpstr>
      <vt:lpstr>Tools Used</vt:lpstr>
      <vt:lpstr>Data Preparation</vt:lpstr>
      <vt:lpstr>Dashboard Overview</vt:lpstr>
      <vt:lpstr>Conclusion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Abhijith P</cp:lastModifiedBy>
  <cp:revision>5</cp:revision>
  <dcterms:created xsi:type="dcterms:W3CDTF">2013-01-27T09:14:16Z</dcterms:created>
  <dcterms:modified xsi:type="dcterms:W3CDTF">2026-06-18T17:00:42Z</dcterms:modified>
  <cp:category/>
</cp:coreProperties>
</file>